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Sprecher A+B: Beide Sprecher eröffnen kurz: Ziel ist kein abstrakter Vergleich, sondern ein konkreter Blick auf unser Projekt und seine API-Entscheidungen.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Sprecher A: Sprecher A setzt den Rahmen. Wichtig: Wir beantworten nicht nur 'was ist besser', sondern 'wo passt was'.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Sprecher B: Sprecher B erklärt das Projekt fachlich: Karte, Betreiber, Spannungsebenen und warum ein eigenes Backend sinnvoll 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Sprecher A: Sprecher A nutzt die Grafik: GraphQL ist die Quellseite, REST ist unser Produktvertrag für die 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Sprecher A: Sprecher A zeigt, dass REST nicht nur HTTP ist, sondern ein Vertrag aus Ressourcen, Parametern und Antwortformen.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Sprecher A: Sprecher A führt live /docs vor. Danach kann /openapi.json geöffnet werden, um zu zeigen, dass die Doku maschinenlesbar 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Sprecher A: Sprecher A erklärt ehrlich die Schwäche. Das ist gut für API-Design: Schema-Qualität ist Teil der Wartbarkeit.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Sprecher A: Sprecher A macht die erste Live-Interaktion. Falls das Netzwerk egal ist: diese REST-Demo läuft lokal aus statischen Daten.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Sprecher B: Sprecher B übernimmt mit dem Frontend. fetch ist nicht schlecht, aber etwas niedriger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Sprecher B: Sprecher B zeigt nicht 'axios ist immer besser', sondern wann es komfortabler wird.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Sprecher B: Sprecher B führt die Tabelle durch. Für unser Projekt reicht fetch; bei wachsender API kann axios den Client ordnen.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Sprecher B: Sprecher B wechselt zum zweiten API-Paradigma. Fokus auf Datenform und Client-Bedürfnisse.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Sprecher B: Sprecher B zeigt die echte Projektquery aus vnbdigital/simple_client.py, aber gekürzt für die Folie.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Sprecher B: Sprecher B erklärt Apollo als spezialisierten Client, nicht als Server-Technologie.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Sprecher A: Sprecher A kommt zurück und ordnet ein. Wichtig: Es geht um Tradeoffs, nicht Gewinner.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Sprecher A: Sprecher A liefert die Architekturbegründung: GraphQL ist Quelle, REST ist Produkt-API.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Sprecher A: Sprecher A zieht konkrete Regeln aus dem Projekt, statt allgemeine Best Practices abstrakt zu halten.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Sprecher B: Sprecher B kann den echten Endpoint nennen, aber die Demo sollte nicht von externer Erreichbarkeit abhängen. Der vorbereitete Code reicht.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Sprecher B: Sprecher B fasst die Entscheidungsmatrix zusammen.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Sprecher A+B: Beide Sprecher schließen gemeinsam. Danach Q&amp;A und bei Zeit kurze Wiederholung der Live-Demo.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GraphQL + REST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97A"/>
                </a:solidFill>
              </a:rPr>
              <a:t>API-Design, OpenAPI, Apollo, fetch vs. axios am Beispiel Deutschland VNB Atlas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972800" cy="73152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10241280" cy="1828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Seminar mit Live-Demo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Projektbezug: FastAPI-Backend, VNBdigital GraphQL, TypeScript-Frontend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647395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97A"/>
                </a:solidFill>
              </a:rPr>
              <a:t>Sprecher A+B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18520" y="647395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A"/>
                </a:solidFill>
              </a:rPr>
              <a:t>1/20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Lernziele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10698480" cy="5120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REST-Endpunkte als bewusstes API-Design lesen und testen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OpenAPI als automatisch erzeugten Vertrag verstehen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fetch und axios praktisch vergleichen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GraphQL und Apollo anhand von VNBdigital einordnen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Architekturentscheidung erklären: GraphQL upstream, REST downstream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97A"/>
                </a:solidFill>
              </a:rPr>
              <a:t>Sprecher 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018520" y="647395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A"/>
                </a:solidFill>
              </a:rPr>
              <a:t>2/20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Projektkontext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10698480" cy="5120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Frontend zeigt Verteilnetzbetreiber auf einer Leaflet-Karte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Backend liefert Operatoren, Gebiete, Suche, Lookup und Coverage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Datenquelle: VNBdigital-Koordinatenabfragen über GraphQL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Backend transformiert externe Daten in eigene REST-Ressourcen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97A"/>
                </a:solidFill>
              </a:rPr>
              <a:t>Sprecher B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018520" y="647395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A"/>
                </a:solidFill>
              </a:rPr>
              <a:t>3/20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Architekturüberblick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874520"/>
            <a:ext cx="2423160" cy="960120"/>
          </a:xfrm>
          <a:prstGeom prst="roundRect">
            <a:avLst>
              <a:gd name="adj" fmla="val 5714"/>
            </a:avLst>
          </a:prstGeom>
          <a:solidFill>
            <a:srgbClr val="E8F0FE"/>
          </a:solidFill>
          <a:ln w="15240">
            <a:solidFill>
              <a:srgbClr val="276E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5528" y="2039112"/>
            <a:ext cx="2203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033"/>
                </a:solidFill>
              </a:rPr>
              <a:t>VNBdigital GraphQL</a:t>
            </a:r>
            <a:endParaRPr lang="en-US" sz="1220" dirty="0"/>
          </a:p>
        </p:txBody>
      </p:sp>
      <p:sp>
        <p:nvSpPr>
          <p:cNvPr id="5" name="Text 3"/>
          <p:cNvSpPr/>
          <p:nvPr/>
        </p:nvSpPr>
        <p:spPr>
          <a:xfrm>
            <a:off x="795528" y="2386584"/>
            <a:ext cx="220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5D697A"/>
                </a:solidFill>
              </a:rPr>
              <a:t>Externe flexible Abfrage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3218688" y="2350008"/>
            <a:ext cx="411480" cy="0"/>
          </a:xfrm>
          <a:prstGeom prst="line">
            <a:avLst/>
          </a:prstGeom>
          <a:noFill/>
          <a:ln w="16510">
            <a:solidFill>
              <a:srgbClr val="5D697A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520440" y="1874520"/>
            <a:ext cx="2423160" cy="960120"/>
          </a:xfrm>
          <a:prstGeom prst="roundRect">
            <a:avLst>
              <a:gd name="adj" fmla="val 5714"/>
            </a:avLst>
          </a:prstGeom>
          <a:solidFill>
            <a:srgbClr val="ECFDF5"/>
          </a:solidFill>
          <a:ln w="15240">
            <a:solidFill>
              <a:srgbClr val="1E8E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30168" y="2039112"/>
            <a:ext cx="2203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033"/>
                </a:solidFill>
              </a:rPr>
              <a:t>Import/Mesh-Skripte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3630168" y="2386584"/>
            <a:ext cx="220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5D697A"/>
                </a:solidFill>
              </a:rPr>
              <a:t>Transformation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6053328" y="2350008"/>
            <a:ext cx="411480" cy="0"/>
          </a:xfrm>
          <a:prstGeom prst="line">
            <a:avLst/>
          </a:prstGeom>
          <a:noFill/>
          <a:ln w="16510">
            <a:solidFill>
              <a:srgbClr val="5D697A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355080" y="1874520"/>
            <a:ext cx="2423160" cy="960120"/>
          </a:xfrm>
          <a:prstGeom prst="roundRect">
            <a:avLst>
              <a:gd name="adj" fmla="val 5714"/>
            </a:avLst>
          </a:prstGeom>
          <a:solidFill>
            <a:srgbClr val="E8F0FE"/>
          </a:solidFill>
          <a:ln w="15240">
            <a:solidFill>
              <a:srgbClr val="276E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4808" y="2039112"/>
            <a:ext cx="2203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033"/>
                </a:solidFill>
              </a:rPr>
              <a:t>FastAPI REST Backend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6464808" y="2386584"/>
            <a:ext cx="220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5D697A"/>
                </a:solidFill>
              </a:rPr>
              <a:t>Stabile Projekt-API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8887968" y="2350008"/>
            <a:ext cx="411480" cy="0"/>
          </a:xfrm>
          <a:prstGeom prst="line">
            <a:avLst/>
          </a:prstGeom>
          <a:noFill/>
          <a:ln w="16510">
            <a:solidFill>
              <a:srgbClr val="5D697A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189720" y="1874520"/>
            <a:ext cx="2423160" cy="960120"/>
          </a:xfrm>
          <a:prstGeom prst="roundRect">
            <a:avLst>
              <a:gd name="adj" fmla="val 5714"/>
            </a:avLst>
          </a:prstGeom>
          <a:solidFill>
            <a:srgbClr val="ECFDF5"/>
          </a:solidFill>
          <a:ln w="15240">
            <a:solidFill>
              <a:srgbClr val="1E8E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99448" y="2039112"/>
            <a:ext cx="2203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033"/>
                </a:solidFill>
              </a:rPr>
              <a:t>Frontend mit fetch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9299448" y="2386584"/>
            <a:ext cx="220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5D697A"/>
                </a:solidFill>
              </a:rPr>
              <a:t>Karte, Suche, Lookup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411480" y="647395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97A"/>
                </a:solidFill>
              </a:rPr>
              <a:t>Sprecher A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018520" y="647395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A"/>
                </a:solidFill>
              </a:rPr>
              <a:t>4/20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in unserem Backend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5212080" cy="5120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Ressourcenorientierte Endpunkte: /api/operators, /api/areas, /api/search, /api/lookup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GET-only API mit Query-Parametern für Filter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Pydantic-Modelle beschreiben viele Antworttypen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FastAPI erzeugt daraus Dokumentation und OpenAPI-Schema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172200" y="1234440"/>
            <a:ext cx="5349240" cy="4389120"/>
          </a:xfrm>
          <a:prstGeom prst="roundRect">
            <a:avLst>
              <a:gd name="adj" fmla="val 1667"/>
            </a:avLst>
          </a:prstGeom>
          <a:solidFill>
            <a:srgbClr val="101827"/>
          </a:solidFill>
          <a:ln w="12700">
            <a:solidFill>
              <a:srgbClr val="1018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73368" y="1435608"/>
            <a:ext cx="4946904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8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/api/operators?q=westnetz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/api/areas?country=DE&amp;federal_state=NW&amp;voltage_level=Hochspannung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/api/lookup?lat=51.4818445&amp;lon=7.2162363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647395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97A"/>
                </a:solidFill>
              </a:rPr>
              <a:t>Sprecher 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18520" y="647395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A"/>
                </a:solidFill>
              </a:rPr>
              <a:t>5/20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OpenAPI sichtbar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5212080" cy="5120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Swagger UI: http://127.0.0.1:8000/docs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OpenAPI JSON: http://127.0.0.1:8000/openapi.json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ReDoc: http://127.0.0.1:8000/redoc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Nützlich für Tests, Doku, Client-Generierung und Reviews</a:t>
            </a:r>
            <a:endParaRPr lang="en-US" sz="1400" dirty="0"/>
          </a:p>
        </p:txBody>
      </p:sp>
      <p:pic>
        <p:nvPicPr>
          <p:cNvPr id="4" name="Image 0" descr="/home/kyle/CodingProjects/vnb-atlas/seminar/assets/screenshots/openapi_summary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80760" y="1234440"/>
            <a:ext cx="5440680" cy="4343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647395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97A"/>
                </a:solidFill>
              </a:rPr>
              <a:t>Sprecher A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018520" y="647395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A"/>
                </a:solidFill>
              </a:rPr>
              <a:t>6/20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Schema-Qualität: wichtiger Befund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5212080" cy="5120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Die meisten Endpunkte haben Pydantic response_model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/api/areas liefert aktuell dict[str, Any]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Dadurch erscheint die Antwort in OpenAPI nur als generisches Objekt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Verbesserung: AreaFeatureCollection als Pydantic-Modell ergänzen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172200" y="1234440"/>
            <a:ext cx="5349240" cy="4389120"/>
          </a:xfrm>
          <a:prstGeom prst="roundRect">
            <a:avLst>
              <a:gd name="adj" fmla="val 1667"/>
            </a:avLst>
          </a:prstGeom>
          <a:solidFill>
            <a:srgbClr val="101827"/>
          </a:solidFill>
          <a:ln w="12700">
            <a:solidFill>
              <a:srgbClr val="1018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73368" y="1435608"/>
            <a:ext cx="4946904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8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Aktuell in OpenAPI: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 "object",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"additionalProperties": true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647395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97A"/>
                </a:solidFill>
              </a:rPr>
              <a:t>Sprecher 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18520" y="647395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A"/>
                </a:solidFill>
              </a:rPr>
              <a:t>7/20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Live-Demo REST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5212080" cy="5120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Backend starten: ./scripts/dev.sh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Swagger UI öffnen und Endpunkte ausführen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Operator-Suche: westnetz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Gebiete filtern: DE, NW, Hochspannung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Lookup per Koordinate: Bochum-Beispiel</a:t>
            </a:r>
            <a:endParaRPr lang="en-US" sz="1400" dirty="0"/>
          </a:p>
        </p:txBody>
      </p:sp>
      <p:pic>
        <p:nvPicPr>
          <p:cNvPr id="4" name="Image 0" descr="/home/kyle/CodingProjects/vnb-atlas/seminar/assets/screenshots/lookup_outpu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80760" y="1234440"/>
            <a:ext cx="5440680" cy="4343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647395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97A"/>
                </a:solidFill>
              </a:rPr>
              <a:t>Sprecher A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018520" y="647395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A"/>
                </a:solidFill>
              </a:rPr>
              <a:t>8/20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Frontend-Client heute: fetch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5212080" cy="5120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Native Browser-API, keine zusätzliche Dependency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Projekt nutzt zentralen fetchJson-Wrapper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response.ok und Fehlertexte werden manuell behandelt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Rückgabewert wird in TypeScript gecastet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172200" y="1234440"/>
            <a:ext cx="5349240" cy="4389120"/>
          </a:xfrm>
          <a:prstGeom prst="roundRect">
            <a:avLst>
              <a:gd name="adj" fmla="val 1667"/>
            </a:avLst>
          </a:prstGeom>
          <a:solidFill>
            <a:srgbClr val="101827"/>
          </a:solidFill>
          <a:ln w="12700">
            <a:solidFill>
              <a:srgbClr val="1018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73368" y="1435608"/>
            <a:ext cx="4946904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8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response = await fetch(`${API_BASE_URL}${path}`,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headers: { Accept: "application/json" 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(!response.ok) throw new ApiError(detail, response.status);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(await response.json()) as T;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647395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97A"/>
                </a:solidFill>
              </a:rPr>
              <a:t>Sprecher B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18520" y="647395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A"/>
                </a:solidFill>
              </a:rPr>
              <a:t>9/20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Alternative: axios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5212080" cy="5120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Eigene Instanz mit baseURL und Standard-Headern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JSON wird automatisch verarbeitet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response.data ist der zentrale Rückgabewert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Interceptors eignen sich für Auth, Logging, Retry und Fehlernormierung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172200" y="1234440"/>
            <a:ext cx="5349240" cy="4389120"/>
          </a:xfrm>
          <a:prstGeom prst="roundRect">
            <a:avLst>
              <a:gd name="adj" fmla="val 1667"/>
            </a:avLst>
          </a:prstGeom>
          <a:solidFill>
            <a:srgbClr val="101827"/>
          </a:solidFill>
          <a:ln w="12700">
            <a:solidFill>
              <a:srgbClr val="1018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73368" y="1435608"/>
            <a:ext cx="4946904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8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api = axios.create({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baseURL: API_BASE_URL,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headers: { Accept: "application/json" 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response = await api.get&lt;Operator[]&gt;("/api/operators", { params: { q } });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response.data;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647395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97A"/>
                </a:solidFill>
              </a:rPr>
              <a:t>Sprecher B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18520" y="647395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A"/>
                </a:solidFill>
              </a:rPr>
              <a:t>10/20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vs. axios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170432"/>
            <a:ext cx="2743200" cy="530352"/>
          </a:xfrm>
          <a:prstGeom prst="rect">
            <a:avLst/>
          </a:prstGeom>
          <a:solidFill>
            <a:srgbClr val="E8F0FE"/>
          </a:solidFill>
          <a:ln w="12700">
            <a:solidFill>
              <a:srgbClr val="CCD6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128016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</a:rPr>
              <a:t>Kriterium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383280" y="1170432"/>
            <a:ext cx="3977640" cy="530352"/>
          </a:xfrm>
          <a:prstGeom prst="rect">
            <a:avLst/>
          </a:prstGeom>
          <a:solidFill>
            <a:srgbClr val="E8F0FE"/>
          </a:solidFill>
          <a:ln w="12700">
            <a:solidFill>
              <a:srgbClr val="CCD6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93008" y="1280160"/>
            <a:ext cx="3758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</a:rPr>
              <a:t>fetch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360920" y="1170432"/>
            <a:ext cx="3977640" cy="530352"/>
          </a:xfrm>
          <a:prstGeom prst="rect">
            <a:avLst/>
          </a:prstGeom>
          <a:solidFill>
            <a:srgbClr val="E8F0FE"/>
          </a:solidFill>
          <a:ln w="12700">
            <a:solidFill>
              <a:srgbClr val="CCD6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70648" y="1280160"/>
            <a:ext cx="3758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</a:rPr>
              <a:t>axios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00784"/>
            <a:ext cx="2743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810512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Dependency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83280" y="1700784"/>
            <a:ext cx="3977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93008" y="1810512"/>
            <a:ext cx="3758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Keine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60920" y="1700784"/>
            <a:ext cx="3977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70648" y="1810512"/>
            <a:ext cx="3758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Zusätzliches Paket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2231136"/>
            <a:ext cx="2743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2340864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Fehler bei 4xx/5xx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83280" y="2231136"/>
            <a:ext cx="3977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93008" y="2340864"/>
            <a:ext cx="3758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Manuell über response.ok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60920" y="2231136"/>
            <a:ext cx="3977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70648" y="2340864"/>
            <a:ext cx="3758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Reject per Default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2761488"/>
            <a:ext cx="2743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2871216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JSON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83280" y="2761488"/>
            <a:ext cx="3977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93008" y="2871216"/>
            <a:ext cx="3758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response.json()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360920" y="2761488"/>
            <a:ext cx="3977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70648" y="2871216"/>
            <a:ext cx="3758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Automatisch in data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3291840"/>
            <a:ext cx="2743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" y="340156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Timeouts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83280" y="3291840"/>
            <a:ext cx="3977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93008" y="3401568"/>
            <a:ext cx="3758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AbortController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360920" y="3291840"/>
            <a:ext cx="3977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70648" y="3401568"/>
            <a:ext cx="3758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Option timeout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0080" y="3822192"/>
            <a:ext cx="2743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393192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Interceptors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383280" y="3822192"/>
            <a:ext cx="3977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93008" y="3931920"/>
            <a:ext cx="3758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Selbst bauen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360920" y="3822192"/>
            <a:ext cx="3977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70648" y="3931920"/>
            <a:ext cx="3758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Eingebaut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11480" y="647395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97A"/>
                </a:solidFill>
              </a:rPr>
              <a:t>Sprecher B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1018520" y="647395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A"/>
                </a:solidFill>
              </a:rPr>
              <a:t>11/20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GraphQL-Grundidee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10698480" cy="5120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Ein Endpoint, Query beschreibt die benötigten Felder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Client kann verschachtelte Daten gezielt anfordern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Schema definiert Typen, Queries, Mutations und Inputs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Stark bei flexiblen Datenbedürfnissen und UI-Komposition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97A"/>
                </a:solidFill>
              </a:rPr>
              <a:t>Sprecher B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018520" y="647395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A"/>
                </a:solidFill>
              </a:rPr>
              <a:t>12/20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VNBdigital GraphQL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5212080" cy="5120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Projekt nutzt den öffentlichen GraphQL-Endpunkt von VNBdigital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Query fragt Koordinate, Regionen und VNBs ab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Variablen steuern Koordinate, Spannungsebenen und Filter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Ergebnisse werden offline zu Mesh- und Polygon-Daten verarbeitet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172200" y="1234440"/>
            <a:ext cx="5349240" cy="4389120"/>
          </a:xfrm>
          <a:prstGeom prst="roundRect">
            <a:avLst>
              <a:gd name="adj" fmla="val 1667"/>
            </a:avLst>
          </a:prstGeom>
          <a:solidFill>
            <a:srgbClr val="101827"/>
          </a:solidFill>
          <a:ln w="12700">
            <a:solidFill>
              <a:srgbClr val="1018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73368" y="1435608"/>
            <a:ext cx="4946904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8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https://www.vnbdigital.de/gateway/graphql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vnb_coordinates(coordinates: $coordinates)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regions(filter: $filter) { _id name bbox layerUrl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vnbs(filter: $filter) { _id name types voltageTypes bbox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647395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97A"/>
                </a:solidFill>
              </a:rPr>
              <a:t>Sprecher B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18520" y="647395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A"/>
                </a:solidFill>
              </a:rPr>
              <a:t>13/20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Apollo im GraphQL-Client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5212080" cy="5120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Apollo Client verwaltet Queries, Variablen, Cache, Loading und Errors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useQuery verbindet UI-Zustand direkt mit GraphQL-Daten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Normalized Cache reduziert doppelte Requests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Passt besonders gut, wenn das Frontend direkt GraphQL spricht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172200" y="1234440"/>
            <a:ext cx="5349240" cy="4389120"/>
          </a:xfrm>
          <a:prstGeom prst="roundRect">
            <a:avLst>
              <a:gd name="adj" fmla="val 1667"/>
            </a:avLst>
          </a:prstGeom>
          <a:solidFill>
            <a:srgbClr val="101827"/>
          </a:solidFill>
          <a:ln w="12700">
            <a:solidFill>
              <a:srgbClr val="1018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73368" y="1435608"/>
            <a:ext cx="4946904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8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data, loading, error } = useQuery(GET_VNB_BY_COORDINATES,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variables: { coordinates: "51.4818445,7.2162363", filter 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647395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97A"/>
                </a:solidFill>
              </a:rPr>
              <a:t>Sprecher B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18520" y="647395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A"/>
                </a:solidFill>
              </a:rPr>
              <a:t>14/20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und GraphQL im Vergleich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170432"/>
            <a:ext cx="2743200" cy="530352"/>
          </a:xfrm>
          <a:prstGeom prst="rect">
            <a:avLst/>
          </a:prstGeom>
          <a:solidFill>
            <a:srgbClr val="E8F0FE"/>
          </a:solidFill>
          <a:ln w="12700">
            <a:solidFill>
              <a:srgbClr val="CCD6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128016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</a:rPr>
              <a:t>Frage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383280" y="1170432"/>
            <a:ext cx="3977640" cy="530352"/>
          </a:xfrm>
          <a:prstGeom prst="rect">
            <a:avLst/>
          </a:prstGeom>
          <a:solidFill>
            <a:srgbClr val="E8F0FE"/>
          </a:solidFill>
          <a:ln w="12700">
            <a:solidFill>
              <a:srgbClr val="CCD6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93008" y="1280160"/>
            <a:ext cx="3758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</a:rPr>
              <a:t>REST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360920" y="1170432"/>
            <a:ext cx="3977640" cy="530352"/>
          </a:xfrm>
          <a:prstGeom prst="rect">
            <a:avLst/>
          </a:prstGeom>
          <a:solidFill>
            <a:srgbClr val="E8F0FE"/>
          </a:solidFill>
          <a:ln w="12700">
            <a:solidFill>
              <a:srgbClr val="CCD6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70648" y="1280160"/>
            <a:ext cx="3758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33"/>
                </a:solidFill>
              </a:rPr>
              <a:t>GraphQL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00784"/>
            <a:ext cx="2743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810512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API-Form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83280" y="1700784"/>
            <a:ext cx="3977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93008" y="1810512"/>
            <a:ext cx="3758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Mehrere Ressourcen-URLs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60920" y="1700784"/>
            <a:ext cx="3977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70648" y="1810512"/>
            <a:ext cx="3758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Meist ein Endpoint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2231136"/>
            <a:ext cx="2743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2340864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Datenumfang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83280" y="2231136"/>
            <a:ext cx="3977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93008" y="2340864"/>
            <a:ext cx="3758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Server definiert Antwort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60920" y="2231136"/>
            <a:ext cx="3977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70648" y="2340864"/>
            <a:ext cx="3758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Client wählt Felder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2761488"/>
            <a:ext cx="2743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2871216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Caching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83280" y="2761488"/>
            <a:ext cx="3977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93008" y="2871216"/>
            <a:ext cx="3758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HTTP-nah und einfach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360920" y="2761488"/>
            <a:ext cx="3977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70648" y="2871216"/>
            <a:ext cx="3758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Client-/Query-basiert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3291840"/>
            <a:ext cx="2743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" y="340156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Doku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83280" y="3291840"/>
            <a:ext cx="3977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93008" y="3401568"/>
            <a:ext cx="3758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OpenAPI sehr verbreitet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360920" y="3291840"/>
            <a:ext cx="3977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70648" y="3401568"/>
            <a:ext cx="3758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GraphQL Schema + Explorer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0080" y="3822192"/>
            <a:ext cx="2743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393192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Risiko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383280" y="3822192"/>
            <a:ext cx="3977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93008" y="3931920"/>
            <a:ext cx="3758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Over-/Underfetching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360920" y="3822192"/>
            <a:ext cx="3977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70648" y="3931920"/>
            <a:ext cx="3758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Query-Komplexität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11480" y="647395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97A"/>
                </a:solidFill>
              </a:rPr>
              <a:t>Sprecher A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1018520" y="647395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A"/>
                </a:solidFill>
              </a:rPr>
              <a:t>15/20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unser Projekt beides nutzt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10698480" cy="5120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VNBdigital bietet flexible GraphQL-Abfragen für Koordinaten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Unser Backend kapselt diese externe API und Datenaufbereitung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Frontend braucht stabile, einfache, domänenspezifische Endpunkte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REST + OpenAPI macht die lokale Demo und den Vertrag gut sichtbar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97A"/>
                </a:solidFill>
              </a:rPr>
              <a:t>Sprecher 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018520" y="647395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A"/>
                </a:solidFill>
              </a:rPr>
              <a:t>16/20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API-Design-Lektionen aus dem Projekt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10698480" cy="5120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Endpunkte nach UI-Use-Cases und Domänenbegriffen schneiden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Filter explizit als Query-Parameter modellieren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Antwortmodelle konsequent typisieren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OpenAPI regelmäßig prüfen, nicht nur Code schreiben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Externe APIs hinter eigener Stabilitätsschicht kapseln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97A"/>
                </a:solidFill>
              </a:rPr>
              <a:t>Sprecher 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018520" y="647395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A"/>
                </a:solidFill>
              </a:rPr>
              <a:t>17/20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Live-Demo GraphQL/Apollo-Konzept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5212080" cy="5120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Projektquery aus vnbdigital/simple_client.py zeigen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Variablen erklären: coordinates, filter, voltageTypes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Apollo-Beispielcode zeigen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Abgrenzung: In unserem Projekt läuft GraphQL derzeit nicht direkt im Browser</a:t>
            </a:r>
            <a:endParaRPr lang="en-US" sz="1400" dirty="0"/>
          </a:p>
        </p:txBody>
      </p:sp>
      <p:pic>
        <p:nvPicPr>
          <p:cNvPr id="4" name="Image 0" descr="/home/kyle/CodingProjects/vnb-atlas/seminar/assets/screenshots/graphql_inpu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80760" y="1234440"/>
            <a:ext cx="5440680" cy="4343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647395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97A"/>
                </a:solidFill>
              </a:rPr>
              <a:t>Sprecher B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018520" y="647395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A"/>
                </a:solidFill>
              </a:rPr>
              <a:t>18/20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Wann was einsetzen?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10698480" cy="5120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REST: stabile Ressourcen, einfache HTTP-Semantik, gute Tooling-Unterstützung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GraphQL: flexible verschachtelte Daten, viele UI-Sichten, gezielte Feldauswahl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fetch: kleine bis mittlere Clients ohne Zusatzpaket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axios: größere Clients mit Interceptors, Timeouts und einheitlichen Fehlern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Apollo: GraphQL-Frontend mit Cache und Query-State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97A"/>
                </a:solidFill>
              </a:rPr>
              <a:t>Sprecher B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018520" y="647395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A"/>
                </a:solidFill>
              </a:rPr>
              <a:t>19/20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Abschluss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10698480" cy="5120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Unser Projekt ist ein gutes Beispiel für API-Grenzen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OpenAPI macht REST live testbar und dokumentiert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VNBdigital zeigt GraphQL als flexible Datenquelle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</a:rPr>
              <a:t>fetch, axios und Apollo sind Client-Werkzeuge für unterschiedliche Situationen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97A"/>
                </a:solidFill>
              </a:rPr>
              <a:t>Sprecher A+B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018520" y="647395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A"/>
                </a:solidFill>
              </a:rPr>
              <a:t>20/20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Deutschland VNB Atlas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GraphQL + REST</dc:title>
  <dc:subject>GraphQL + REST - API-Design, Apollo, fetch vs. axios</dc:subject>
  <dc:creator>VNB Atlas Seminar</dc:creator>
  <cp:lastModifiedBy>VNB Atlas Seminar</cp:lastModifiedBy>
  <cp:revision>1</cp:revision>
  <dcterms:created xsi:type="dcterms:W3CDTF">2026-05-06T07:09:10Z</dcterms:created>
  <dcterms:modified xsi:type="dcterms:W3CDTF">2026-05-06T07:09:10Z</dcterms:modified>
</cp:coreProperties>
</file>